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80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236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78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14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329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87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206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14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53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686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231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120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339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542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373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272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06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5FD44-E87E-464B-A74A-29539EC62472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0BC4C-F61F-4B88-82CE-7BA089CBB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324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CAC34-9618-2837-2430-6A7576A20D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Тональный детектор и тюнер для музыкантов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C0E725-7E28-2FA0-52D1-655C6018B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1940" y="4079875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группы 408ИС-22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Гарипова Валерия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Дисциплина: МДК01.03 Разработка мобильный приложений</a:t>
            </a:r>
          </a:p>
        </p:txBody>
      </p:sp>
    </p:spTree>
    <p:extLst>
      <p:ext uri="{BB962C8B-B14F-4D97-AF65-F5344CB8AC3E}">
        <p14:creationId xmlns:p14="http://schemas.microsoft.com/office/powerpoint/2010/main" val="1579157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9955D-9EDA-BA58-9CE2-4EAFDB51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530632"/>
            <a:ext cx="10353761" cy="1326321"/>
          </a:xfrm>
        </p:spPr>
        <p:txBody>
          <a:bodyPr/>
          <a:lstStyle/>
          <a:p>
            <a:r>
              <a:rPr lang="ru-RU" dirty="0">
                <a:effectLst/>
              </a:rPr>
              <a:t>Какую проблему решает это приложение?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2A354-5D77-E45F-33EB-C8D519E41101}"/>
              </a:ext>
            </a:extLst>
          </p:cNvPr>
          <p:cNvSpPr txBox="1"/>
          <p:nvPr/>
        </p:nvSpPr>
        <p:spPr>
          <a:xfrm>
            <a:off x="1236572" y="2139055"/>
            <a:ext cx="97082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Для музыкантов-новичков</a:t>
            </a:r>
            <a:r>
              <a:rPr lang="ru-RU" dirty="0"/>
              <a:t> отсутствие идеального слуха — это главное препятствие для самостоятельной настройки инструмента. Они не могут на слух определить, достаточно ли точно звучит струна.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Опытные музыканты</a:t>
            </a:r>
            <a:r>
              <a:rPr lang="ru-RU" dirty="0"/>
              <a:t> в шумном помещении (репетиционная точка, выступление) тоже могут нуждаться в быстрой и точной проверке строя.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Профессиональные тюнеры</a:t>
            </a:r>
            <a:r>
              <a:rPr lang="ru-RU" dirty="0"/>
              <a:t> — это отдельные устройства, которые нужно покупать, носить с собой и которые можно забыть или потерять.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Существующие мобильные приложения</a:t>
            </a:r>
            <a:r>
              <a:rPr lang="ru-RU" dirty="0"/>
              <a:t> часто перегружены рекламой, имеют неудобный интерфейс или недостаточно точны.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7745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1B2F2EB-211E-015D-15A0-C26292BC0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617190"/>
              </p:ext>
            </p:extLst>
          </p:nvPr>
        </p:nvGraphicFramePr>
        <p:xfrm>
          <a:off x="896566" y="330741"/>
          <a:ext cx="10398867" cy="3297675"/>
        </p:xfrm>
        <a:graphic>
          <a:graphicData uri="http://schemas.openxmlformats.org/drawingml/2006/table">
            <a:tbl>
              <a:tblPr/>
              <a:tblGrid>
                <a:gridCol w="3194423">
                  <a:extLst>
                    <a:ext uri="{9D8B030D-6E8A-4147-A177-3AD203B41FA5}">
                      <a16:colId xmlns:a16="http://schemas.microsoft.com/office/drawing/2014/main" val="3775139326"/>
                    </a:ext>
                  </a:extLst>
                </a:gridCol>
                <a:gridCol w="3602222">
                  <a:extLst>
                    <a:ext uri="{9D8B030D-6E8A-4147-A177-3AD203B41FA5}">
                      <a16:colId xmlns:a16="http://schemas.microsoft.com/office/drawing/2014/main" val="1038658600"/>
                    </a:ext>
                  </a:extLst>
                </a:gridCol>
                <a:gridCol w="3602222">
                  <a:extLst>
                    <a:ext uri="{9D8B030D-6E8A-4147-A177-3AD203B41FA5}">
                      <a16:colId xmlns:a16="http://schemas.microsoft.com/office/drawing/2014/main" val="1096624346"/>
                    </a:ext>
                  </a:extLst>
                </a:gridCol>
              </a:tblGrid>
              <a:tr h="51114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Аналог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Преимущества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Недостатки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883546"/>
                  </a:ext>
                </a:extLst>
              </a:tr>
              <a:tr h="82441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GuitarTuna</a:t>
                      </a:r>
                      <a:endParaRPr lang="en-US" b="0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Очень популярное, много функций (метроном, аккорды).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Многие функции платные, много рекламы, слишком "игровое".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576353"/>
                  </a:ext>
                </a:extLst>
              </a:tr>
              <a:tr h="82441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Pro Guitar Tuner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Точный, профессиональный подход.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Сложный для понимания новичками, платный.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430155"/>
                  </a:ext>
                </a:extLst>
              </a:tr>
              <a:tr h="113769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DaTuner</a:t>
                      </a:r>
                      <a:endParaRPr lang="en-US" b="0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Высокая точность, научный подход.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Неудобный и старомодный интерфейс, не заточен под музыкантов.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0591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4ABFF14-58A5-CED7-51B0-E3DE40D8C6B3}"/>
              </a:ext>
            </a:extLst>
          </p:cNvPr>
          <p:cNvSpPr txBox="1"/>
          <p:nvPr/>
        </p:nvSpPr>
        <p:spPr>
          <a:xfrm>
            <a:off x="1431586" y="5214025"/>
            <a:ext cx="9328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/>
              <a:t>Вывод:</a:t>
            </a:r>
            <a:r>
              <a:rPr lang="ru-RU" dirty="0"/>
              <a:t> Есть либо простые, но неточные и заспамленные рекламой приложения, либо точные, но сложные и платные. </a:t>
            </a:r>
            <a:r>
              <a:rPr lang="ru-RU" b="1" dirty="0"/>
              <a:t>Наша ниша:</a:t>
            </a:r>
            <a:r>
              <a:rPr lang="ru-RU" dirty="0"/>
              <a:t> Создать приложение с идеальным балансом — </a:t>
            </a:r>
            <a:r>
              <a:rPr lang="ru-RU" b="1" dirty="0"/>
              <a:t>простое и понятное для новичка, но при этом точное и функциональное для профессионала.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C2F0263-D041-F78B-F100-5F7AD6E21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795" y="3839539"/>
            <a:ext cx="2039327" cy="107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D457839C-84B7-E70A-1747-5E798CF1F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336" y="3839539"/>
            <a:ext cx="2039327" cy="107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E06EA517-F474-7A5C-9E2D-590EB2F7E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188" y="3567785"/>
            <a:ext cx="3328076" cy="186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188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B145C-8D4F-980F-59A9-26D4BF7E0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4" y="463685"/>
            <a:ext cx="10353761" cy="1326321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Что это за приложение?</a:t>
            </a:r>
            <a:br>
              <a:rPr lang="ru-RU" dirty="0"/>
            </a:b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321B5-F6F5-E264-BFAF-03A0E897DE50}"/>
              </a:ext>
            </a:extLst>
          </p:cNvPr>
          <p:cNvSpPr txBox="1"/>
          <p:nvPr/>
        </p:nvSpPr>
        <p:spPr>
          <a:xfrm>
            <a:off x="1471804" y="1466840"/>
            <a:ext cx="8858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PitchPerfect</a:t>
            </a:r>
            <a:r>
              <a:rPr lang="ru-RU" dirty="0"/>
              <a:t> — это мобильный тюнер и тональный детектор, который через микрофон анализирует звук вашего инструмента или голоса и помогает точно его настроить.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9E3D1-CA52-4699-891B-662928436F5F}"/>
              </a:ext>
            </a:extLst>
          </p:cNvPr>
          <p:cNvSpPr txBox="1"/>
          <p:nvPr/>
        </p:nvSpPr>
        <p:spPr>
          <a:xfrm>
            <a:off x="1238498" y="2882033"/>
            <a:ext cx="97150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📊 Визуальная настройка:</a:t>
            </a:r>
            <a:r>
              <a:rPr lang="ru-RU" dirty="0"/>
              <a:t> Интуитивно понятный индикатор со стрелкой, которая показывает, ниже или выше эталонного звука вы находитесь.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🎤 Универсальность:</a:t>
            </a:r>
            <a:r>
              <a:rPr lang="ru-RU" dirty="0"/>
              <a:t> Может работать с любым инструментом (гитара, скрипка, фортепиано) и даже с голосом.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💾 История настроек:</a:t>
            </a:r>
            <a:r>
              <a:rPr lang="ru-RU" dirty="0"/>
              <a:t> Возможность сохранять свои кастомные строи.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♿ Доступность:</a:t>
            </a:r>
            <a:r>
              <a:rPr lang="ru-RU" dirty="0"/>
              <a:t> Минималистичный и понятный интерфейс, работающий в реальном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2991383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5D5F5-3211-C9A9-6815-7D5D123E5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7744"/>
            <a:ext cx="10353761" cy="1326321"/>
          </a:xfrm>
        </p:spPr>
        <p:txBody>
          <a:bodyPr/>
          <a:lstStyle/>
          <a:p>
            <a:r>
              <a:rPr lang="ru-RU" dirty="0">
                <a:effectLst/>
              </a:rPr>
              <a:t>Технологии разработки: Классический и надежный подход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42DF9-D9F5-4F2B-B2C7-82BDC4AD6FFD}"/>
              </a:ext>
            </a:extLst>
          </p:cNvPr>
          <p:cNvSpPr txBox="1"/>
          <p:nvPr/>
        </p:nvSpPr>
        <p:spPr>
          <a:xfrm>
            <a:off x="4144784" y="2191423"/>
            <a:ext cx="39024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Язык программирования:</a:t>
            </a:r>
            <a:r>
              <a:rPr lang="ru-RU" dirty="0"/>
              <a:t> Java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Среда разработки:</a:t>
            </a:r>
            <a:r>
              <a:rPr lang="ru-RU" dirty="0"/>
              <a:t> </a:t>
            </a:r>
            <a:r>
              <a:rPr lang="ru-RU" dirty="0" err="1"/>
              <a:t>Android</a:t>
            </a:r>
            <a:r>
              <a:rPr lang="ru-RU" dirty="0"/>
              <a:t> Studio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Работа со звуком: </a:t>
            </a:r>
            <a:r>
              <a:rPr lang="ru-RU" dirty="0" err="1"/>
              <a:t>AudioRecord</a:t>
            </a:r>
            <a:r>
              <a:rPr lang="ru-RU" dirty="0"/>
              <a:t> 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База данных:</a:t>
            </a:r>
            <a:r>
              <a:rPr lang="ru-RU" dirty="0"/>
              <a:t>  SQL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Архитектура и компоненты: </a:t>
            </a:r>
            <a:r>
              <a:rPr lang="ru-RU" dirty="0" err="1"/>
              <a:t>Activity</a:t>
            </a:r>
            <a:r>
              <a:rPr lang="ru-RU" dirty="0"/>
              <a:t> / </a:t>
            </a:r>
            <a:r>
              <a:rPr lang="ru-RU" dirty="0" err="1"/>
              <a:t>Fragment</a:t>
            </a:r>
            <a:r>
              <a:rPr lang="ru-RU" dirty="0"/>
              <a:t> – MVC/MVVM 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73F448A-F7EC-7D87-DD31-3180707FB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287" y="2332837"/>
            <a:ext cx="3073041" cy="878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837BD372-ED89-AAF3-D255-164A6DEE6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05" y="1842829"/>
            <a:ext cx="3681093" cy="185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0D4AB039-54A8-D8AA-84BF-77B0F51F1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30" y="4199231"/>
            <a:ext cx="3462804" cy="185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39364C47-0E7B-AF0D-6A44-A2F8BF768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483" y="3701420"/>
            <a:ext cx="2704651" cy="270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13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C2A1C7-EB5F-7955-3B32-856CE7D68DE0}"/>
              </a:ext>
            </a:extLst>
          </p:cNvPr>
          <p:cNvSpPr txBox="1"/>
          <p:nvPr/>
        </p:nvSpPr>
        <p:spPr>
          <a:xfrm>
            <a:off x="1624519" y="2274837"/>
            <a:ext cx="939691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/>
              <a:t>PitchPerfect</a:t>
            </a:r>
            <a:r>
              <a:rPr lang="ru-RU" sz="2400" dirty="0"/>
              <a:t> — это современное и удобное решение для музыкантов любого уровня.</a:t>
            </a:r>
          </a:p>
          <a:p>
            <a:r>
              <a:rPr lang="ru-RU" sz="2400" dirty="0"/>
              <a:t>Проект позволяет применить на практике знания по разработке под </a:t>
            </a:r>
            <a:r>
              <a:rPr lang="ru-RU" sz="2400" dirty="0" err="1"/>
              <a:t>Android</a:t>
            </a:r>
            <a:r>
              <a:rPr lang="ru-RU" sz="2400" dirty="0"/>
              <a:t>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работе</a:t>
            </a:r>
            <a:r>
              <a:rPr lang="ru-RU" sz="2400" dirty="0"/>
              <a:t> с аппаратными возможностями устройства и алгоритмам обработки данных.</a:t>
            </a:r>
          </a:p>
          <a:p>
            <a:r>
              <a:rPr lang="ru-RU" sz="2400" b="1" dirty="0"/>
              <a:t>Ближайшие планы:</a:t>
            </a:r>
            <a:r>
              <a:rPr lang="ru-RU" sz="2400" dirty="0"/>
              <a:t> Реализация ТЗ, проектирование БД, создание примерного интерфейса.</a:t>
            </a:r>
          </a:p>
          <a:p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5649D-8C4D-2F9A-D66C-4030D5E2A10A}"/>
              </a:ext>
            </a:extLst>
          </p:cNvPr>
          <p:cNvSpPr txBox="1"/>
          <p:nvPr/>
        </p:nvSpPr>
        <p:spPr>
          <a:xfrm>
            <a:off x="3163110" y="865762"/>
            <a:ext cx="5865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478646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4B1182-C11C-77B1-00FA-FC58E52C4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72" y="2272942"/>
            <a:ext cx="10353761" cy="1326321"/>
          </a:xfrm>
        </p:spPr>
        <p:txBody>
          <a:bodyPr>
            <a:normAutofit/>
          </a:bodyPr>
          <a:lstStyle/>
          <a:p>
            <a:r>
              <a:rPr lang="ru-RU" sz="4400" dirty="0"/>
              <a:t>Спасибо за внимание!</a:t>
            </a:r>
          </a:p>
        </p:txBody>
      </p:sp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A066A148-8528-905C-FB98-78C5C3B10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396" y="3287166"/>
            <a:ext cx="9565532" cy="327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E58F246C-1AA5-B911-5151-653939075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468847">
            <a:off x="814495" y="527806"/>
            <a:ext cx="4476155" cy="153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Picture background">
            <a:extLst>
              <a:ext uri="{FF2B5EF4-FFF2-40B4-BE49-F238E27FC236}">
                <a16:creationId xmlns:a16="http://schemas.microsoft.com/office/drawing/2014/main" id="{12445C49-B910-6290-0DA5-1CD57E022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888608">
            <a:off x="7114419" y="283986"/>
            <a:ext cx="4476155" cy="153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290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TM04033921[[fn=Дамаск]]</Template>
  <TotalTime>86</TotalTime>
  <Words>391</Words>
  <Application>Microsoft Office PowerPoint</Application>
  <PresentationFormat>Широкоэкранный</PresentationFormat>
  <Paragraphs>50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Bookman Old Style</vt:lpstr>
      <vt:lpstr>quote-cjk-patch</vt:lpstr>
      <vt:lpstr>Rockwell</vt:lpstr>
      <vt:lpstr>Times New Roman</vt:lpstr>
      <vt:lpstr>Damask</vt:lpstr>
      <vt:lpstr>Тональный детектор и тюнер для музыкантов</vt:lpstr>
      <vt:lpstr>Какую проблему решает это приложение?</vt:lpstr>
      <vt:lpstr>Презентация PowerPoint</vt:lpstr>
      <vt:lpstr>Что это за приложение? </vt:lpstr>
      <vt:lpstr>Технологии разработки: Классический и надежный подход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LERA</dc:creator>
  <cp:lastModifiedBy>LERA</cp:lastModifiedBy>
  <cp:revision>2</cp:revision>
  <dcterms:created xsi:type="dcterms:W3CDTF">2025-09-18T20:02:16Z</dcterms:created>
  <dcterms:modified xsi:type="dcterms:W3CDTF">2025-09-18T21:29:09Z</dcterms:modified>
</cp:coreProperties>
</file>